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4389120"/>
            <a:ext cx="8814816" cy="5486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457200"/>
            <a:ext cx="8814816" cy="10972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457200"/>
            <a:ext cx="8814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PROJECT REPORT 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" y="804672"/>
            <a:ext cx="8814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Retro Game Hub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TECHNOLOGY IN CSIT (CYBER SECURITY)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 |  Group No: 3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2377440"/>
          <a:ext cx="4572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the Student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2501106112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Dristhi Galani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2501106113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Tanvee Thakre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2501106118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Atharva Tirkhunde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2501106136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Rishit Kinge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2501106155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Shubham Salunke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 Prof. Rahul Raut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64592" y="4434840"/>
            <a:ext cx="8814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CSIT  |  Symbiosis Skills and Professional University, Pune  |  AY 2025-26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CSIT | SSPU PUNE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47472" cy="347472"/>
          </a:xfrm>
          <a:prstGeom prst="rect">
            <a:avLst/>
          </a:prstGeom>
          <a:solidFill>
            <a:srgbClr val="CC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44752"/>
            <a:ext cx="347472" cy="347472"/>
          </a:xfrm>
          <a:prstGeom prst="rect">
            <a:avLst/>
          </a:prstGeom>
          <a:solidFill>
            <a:srgbClr val="CC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444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975104"/>
            <a:ext cx="347472" cy="347472"/>
          </a:xfrm>
          <a:prstGeom prst="rect">
            <a:avLst/>
          </a:prstGeom>
          <a:solidFill>
            <a:srgbClr val="CC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19751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Integration Overview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347472" cy="347472"/>
          </a:xfrm>
          <a:prstGeom prst="rect">
            <a:avLst/>
          </a:prstGeom>
          <a:solidFill>
            <a:srgbClr val="CC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5054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Methodology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035808"/>
            <a:ext cx="347472" cy="347472"/>
          </a:xfrm>
          <a:prstGeom prst="rect">
            <a:avLst/>
          </a:prstGeom>
          <a:solidFill>
            <a:srgbClr val="CC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0358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347472" cy="347472"/>
          </a:xfrm>
          <a:prstGeom prst="rect">
            <a:avLst/>
          </a:prstGeom>
          <a:solidFill>
            <a:srgbClr val="CC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566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347472" cy="347472"/>
          </a:xfrm>
          <a:prstGeom prst="rect">
            <a:avLst/>
          </a:prstGeom>
          <a:solidFill>
            <a:srgbClr val="CC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0965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914400"/>
            <a:ext cx="347472" cy="347472"/>
          </a:xfrm>
          <a:prstGeom prst="rect">
            <a:avLst/>
          </a:prstGeom>
          <a:solidFill>
            <a:srgbClr val="99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Relevance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1444752"/>
            <a:ext cx="347472" cy="347472"/>
          </a:xfrm>
          <a:prstGeom prst="rect">
            <a:avLst/>
          </a:prstGeom>
          <a:solidFill>
            <a:srgbClr val="99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14447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1975104"/>
            <a:ext cx="347472" cy="347472"/>
          </a:xfrm>
          <a:prstGeom prst="rect">
            <a:avLst/>
          </a:prstGeom>
          <a:solidFill>
            <a:srgbClr val="99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46320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19751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2505456"/>
            <a:ext cx="347472" cy="347472"/>
          </a:xfrm>
          <a:prstGeom prst="rect">
            <a:avLst/>
          </a:prstGeom>
          <a:solidFill>
            <a:srgbClr val="99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46320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25054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3035808"/>
            <a:ext cx="347472" cy="347472"/>
          </a:xfrm>
          <a:prstGeom prst="rect">
            <a:avLst/>
          </a:prstGeom>
          <a:solidFill>
            <a:srgbClr val="99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4632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03520" y="30358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46320" y="3566160"/>
            <a:ext cx="347472" cy="347472"/>
          </a:xfrm>
          <a:prstGeom prst="rect">
            <a:avLst/>
          </a:prstGeom>
          <a:solidFill>
            <a:srgbClr val="99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4632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03520" y="3566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CSIT | SSPU PUNE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64008" cy="102412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" y="12984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Game Hub is a browser-based arcade platform recreating classic notebook games — Tic-Tac-Toe, Dots &amp; Boxes, Snakes &amp; Ladders and more. Built using only HTML, CSS, and Vanilla JavaScript across 13 files (~4,200 lines) with zero external dependencies.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34840" y="914400"/>
            <a:ext cx="438912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914400"/>
            <a:ext cx="64008" cy="102412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62856" y="10058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62856" y="12984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compact, offline-capable gaming platform showcasing game logic, UI design, LocalStorage state persistence, and AI via Minimax &amp; Alpha-Beta pruning. Accessible on any device, anywhere — even without internet.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029968"/>
            <a:ext cx="402336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029968"/>
            <a:ext cx="64008" cy="102412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" y="2121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" y="24140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retro games are isolated mobile apps — bloated with ads, requiring accounts and data connections. There is a gap for a lightweight, browser-accessible hub that runs offline on any device with a unified player profile system.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34840" y="2029968"/>
            <a:ext cx="438912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34840" y="2029968"/>
            <a:ext cx="64008" cy="102412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562856" y="21214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62856" y="241401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playable games · Player profiles with PIN auth · Coin reward economy · Per-game &amp; global leaderboards · 4 retro display themes · Procedural sound engine (7 music tracks, 12 SFX) · Responsive UI (360 px – 1440 px)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145536"/>
            <a:ext cx="8503920" cy="1554480"/>
          </a:xfrm>
          <a:prstGeom prst="rect">
            <a:avLst/>
          </a:prstGeom>
          <a:solidFill>
            <a:srgbClr val="FFE5E5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" y="3145536"/>
            <a:ext cx="8503920" cy="31089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14553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OBJECTIVES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493008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multi-game web app using only HTML, CSS &amp; Vanilla JavaScript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persistent player profiles &amp; reward tracking using LocalStorage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3493008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AI opponents (Minimax, Alpha-Beta, Hunt/Target, Heuristic) for multiple games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polished retro interface with sound, themes &amp; responsive design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REVIEW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CSIT | SSPU PUNE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64008" cy="12801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" y="1005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Single-Game Implementations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" y="129844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one classic title (e.g. standalone Tetris or Tic-Tac-Toe clones) with no unified player system or progression. Simple to host but no cohesion.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64008" cy="12801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3328416" y="1005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Framework-Dependent Portals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28416" y="129844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Multi-game portals built on React / Angular. Heavier footprint, harder to host as a single static folder, and dependency-bound.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91440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914400"/>
            <a:ext cx="64008" cy="12801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208776" y="1005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Server-Dependent Platforms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08776" y="129844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 backend to store player data. Cannot work offline and need a persistent internet connection to function.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331720"/>
            <a:ext cx="8503920" cy="31089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33172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COMPARATIVE STUDY — Retro Game Hub vs Existing Solutions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651760"/>
          <a:ext cx="85039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463040"/>
                <a:gridCol w="1463040"/>
                <a:gridCol w="1554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Clones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Portals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Platforms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 Game 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install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games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offline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 profiles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opponents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Sometimes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dependencies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 INTEGRATION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CSIT | SSPU PUNE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251960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144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CS23201  |  Data Structures &amp; Algorithms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Arrays, Stacks, Queues, Game Trees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57276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state management, board representation (Tic-Tac-Toe, Connect Four), Minimax AI using tree structures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14400"/>
            <a:ext cx="4251960" cy="347472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9144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CS23202  |  Web Technologies &amp; Vulnerabilities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00600" y="12984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HTML, CSS, JS, LocalStorage, Web Security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00600" y="157276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frontend UI, responsive design, secure PIN-based login, avoiding plain-text storage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331720"/>
            <a:ext cx="4251960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33172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CS23203  |  OS, Compiler &amp; Security Engineering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7157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Process Flow, Memory Management, Security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299008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 structure, efficient game loops, hashed PIN storage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331720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331720"/>
            <a:ext cx="4251960" cy="347472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33172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CS23204  |  Human Behavior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27157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UX, Cognitive Design, Interaction Principles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00600" y="299008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UI, retro themes, sound feedback, engaging gameplay experience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749040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749040"/>
            <a:ext cx="4251960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7490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CS23205  |  Python Programming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1330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Logic Building, Algorithm Design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440740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 (implemented in JS) — loops, conditionals, modular coding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3749040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749040"/>
            <a:ext cx="4251960" cy="347472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7490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CS23206  |  Applied Mathematics - II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41330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Probability, Logic, Graph Theory, Optimization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00600" y="4407408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decision-making (Minimax), probability-based mechanics (dice), scoring/reward calculations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AND METHODOLOGY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CSIT | SSPU PUNE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64008" cy="13716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1005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Approach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1298448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feature-branch workflow. Each game module built &amp; tested in isolation before integration.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1: SPA shell, player system, UI manager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2: Tic-Tac-Toe, Dots &amp; Boxes, Snakes &amp; Ladders, coin system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3: Battleship, Connect Four, Hangman, Memory Match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4: Tetris, Pong + final bug-fix sprint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395728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95728"/>
            <a:ext cx="64008" cy="12344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24871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Technologies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" y="2779776"/>
            <a:ext cx="4023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·  CSS3 (custom properties)  ·  ES6+ Vanilla JavaScript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 (procedural sound)  ·  LocalStorage API  ·  SVG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Tools: VS Code · Chrome DevTools · Git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206240" cy="2715768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14400"/>
            <a:ext cx="4206240" cy="31089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9144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SOFTWARE REQUIREMENTS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31673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52160" y="1316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OS with a modern browser (Windows, macOS, Linux, Android, iOS)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16642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52160" y="16642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100+ · Firefox 100+ · Edge 100+ · Safari 15+ · Samsung Internet 20+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2011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5216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enabled (ES6+)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23591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Server/DB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52160" y="23591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uses browser LocalStorage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270662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52160" y="27066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open index.html directly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30540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52160" y="30540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 after first load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730752"/>
            <a:ext cx="8595360" cy="1097280"/>
          </a:xfrm>
          <a:prstGeom prst="rect">
            <a:avLst/>
          </a:prstGeom>
          <a:solidFill>
            <a:srgbClr val="FFE5E5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3730752"/>
            <a:ext cx="8595360" cy="27432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730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SCORING &amp; REWARD MODEL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0233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reward: 10–25 coins (fixed per game, varies by difficulty)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reward: +2 coins for any completed game (win or lose)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bonus: +5 coins for 3 consecutive wins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CSIT | SSPU PUNE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8412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Modular Single-Page Application (SPA) Architecture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743200" cy="411480"/>
          </a:xfrm>
          <a:prstGeom prst="rect">
            <a:avLst/>
          </a:prstGeom>
          <a:solidFill>
            <a:srgbClr val="CC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index.html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6093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App Shell (6 Screens)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26280" y="1828800"/>
            <a:ext cx="91440" cy="2743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103120"/>
            <a:ext cx="1554480" cy="548640"/>
          </a:xfrm>
          <a:prstGeom prst="rect">
            <a:avLst/>
          </a:prstGeom>
          <a:solidFill>
            <a:srgbClr val="99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main.js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Controller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&amp; Routing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020824" y="2103120"/>
            <a:ext cx="1554480" cy="548640"/>
          </a:xfrm>
          <a:prstGeom prst="rect">
            <a:avLst/>
          </a:prstGeom>
          <a:solidFill>
            <a:srgbClr val="99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20824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player.js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20824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DB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Management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721608" y="2103120"/>
            <a:ext cx="1554480" cy="548640"/>
          </a:xfrm>
          <a:prstGeom prst="rect">
            <a:avLst/>
          </a:prstGeom>
          <a:solidFill>
            <a:srgbClr val="99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21608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ui.js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21608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Manager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Modals &amp; HUD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422392" y="2103120"/>
            <a:ext cx="1554480" cy="548640"/>
          </a:xfrm>
          <a:prstGeom prst="rect">
            <a:avLst/>
          </a:prstGeom>
          <a:solidFill>
            <a:srgbClr val="99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22392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sound.js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22392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Engine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123176" y="2103120"/>
            <a:ext cx="1554480" cy="548640"/>
          </a:xfrm>
          <a:prstGeom prst="rect">
            <a:avLst/>
          </a:prstGeom>
          <a:solidFill>
            <a:srgbClr val="99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23176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main.css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23176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Themes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CRT Effects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26280" y="2670048"/>
            <a:ext cx="91440" cy="1828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" y="2871216"/>
            <a:ext cx="2743200" cy="384048"/>
          </a:xfrm>
          <a:prstGeom prst="rect">
            <a:avLst/>
          </a:prstGeom>
          <a:solidFill>
            <a:srgbClr val="CC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4320" y="28712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tictactoe.js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0" y="2871216"/>
            <a:ext cx="2743200" cy="384048"/>
          </a:xfrm>
          <a:prstGeom prst="rect">
            <a:avLst/>
          </a:prstGeom>
          <a:solidFill>
            <a:srgbClr val="99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0" y="28712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dots.js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2871216"/>
            <a:ext cx="2743200" cy="384048"/>
          </a:xfrm>
          <a:prstGeom prst="rect">
            <a:avLst/>
          </a:prstGeom>
          <a:solidFill>
            <a:srgbClr val="CC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26480" y="28712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snl.js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346704"/>
            <a:ext cx="2743200" cy="384048"/>
          </a:xfrm>
          <a:prstGeom prst="rect">
            <a:avLst/>
          </a:prstGeom>
          <a:solidFill>
            <a:srgbClr val="99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4320" y="33467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battleship.js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0" y="3346704"/>
            <a:ext cx="2743200" cy="384048"/>
          </a:xfrm>
          <a:prstGeom prst="rect">
            <a:avLst/>
          </a:prstGeom>
          <a:solidFill>
            <a:srgbClr val="CC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200400" y="33467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connectfour.js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26480" y="3346704"/>
            <a:ext cx="2743200" cy="384048"/>
          </a:xfrm>
          <a:prstGeom prst="rect">
            <a:avLst/>
          </a:prstGeom>
          <a:solidFill>
            <a:srgbClr val="99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126480" y="33467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hangman.js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822192"/>
            <a:ext cx="2743200" cy="384048"/>
          </a:xfrm>
          <a:prstGeom prst="rect">
            <a:avLst/>
          </a:prstGeom>
          <a:solidFill>
            <a:srgbClr val="CC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74320" y="38221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memorymatch.js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0" y="3822192"/>
            <a:ext cx="2743200" cy="384048"/>
          </a:xfrm>
          <a:prstGeom prst="rect">
            <a:avLst/>
          </a:prstGeom>
          <a:solidFill>
            <a:srgbClr val="99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200400" y="38221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tetris.js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26480" y="3822192"/>
            <a:ext cx="2743200" cy="384048"/>
          </a:xfrm>
          <a:prstGeom prst="rect">
            <a:avLst/>
          </a:prstGeom>
          <a:solidFill>
            <a:srgbClr val="CC000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126480" y="38221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pong.js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74320" y="46634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Individual Game Modules — each with own logic, AI, and reward handling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CSIT | SSPU PUNE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2743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4124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ALGORITHMS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70432"/>
            <a:ext cx="64008" cy="12618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12618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Minimax (Tic-Tac-Toe)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1554480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explores every game state. Assigns +10 AI win / -10 AI loss / 0 draw. Always evaluates full tree (max 362,880 states) → unbeatable AI.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1170432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170432"/>
            <a:ext cx="64008" cy="12618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745736" y="12618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Alpha-Beta Pruning (Connect Four)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45736" y="1554480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on 6×7 board, depth limited to 5. Pruning reduces nodes from O(b^d) to O(b^(d/2)). Heuristic scores centre control and open 2/3/4-disc sequences.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542032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42032"/>
            <a:ext cx="64008" cy="12618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" y="26334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Hunt &amp; Target (Battleship)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" y="2926080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mode: fires at random non-adjacent cells. On hit → Target mode: fires at 4 orthogonal neighbours until ship sunk → reverts to Hunt.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2542032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542032"/>
            <a:ext cx="64008" cy="12618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745736" y="26334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Heuristic AI (Dots &amp; Boxes)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45736" y="2926080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strategy: (1) capture any completable box → (2) take safe line that won't give opponent a 3-sided box → (3) random fallback.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977640"/>
            <a:ext cx="8595360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977640"/>
            <a:ext cx="8595360" cy="27432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9776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LocalStorage Player Schema  (key: retro_players, indexed by player ID)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27024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— Unique player ID (3–16 alphanumeric chars)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pinHash — SHA-like hash of 4-digit PIN (never plain text)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— Chosen emoji (set of 24)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 — Running total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wins/games — Per-game &amp; total counts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— Consecutive win count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CSIT | SSPU PUNE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86968"/>
            <a:ext cx="2743200" cy="868680"/>
          </a:xfrm>
          <a:prstGeom prst="rect">
            <a:avLst/>
          </a:prstGeom>
          <a:solidFill>
            <a:srgbClr val="FFE5E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86968"/>
            <a:ext cx="73152" cy="8686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6012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40817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886968"/>
            <a:ext cx="2743200" cy="8686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86968"/>
            <a:ext cx="73152" cy="8686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96012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~4,200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140817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886968"/>
            <a:ext cx="2743200" cy="868680"/>
          </a:xfrm>
          <a:prstGeom prst="rect">
            <a:avLst/>
          </a:prstGeom>
          <a:solidFill>
            <a:srgbClr val="FFE5E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886968"/>
            <a:ext cx="73152" cy="8686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96012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72200" y="140817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892808"/>
            <a:ext cx="2743200" cy="8686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892808"/>
            <a:ext cx="73152" cy="8686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19659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&lt;200ms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11480" y="241401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Time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1892808"/>
            <a:ext cx="2743200" cy="868680"/>
          </a:xfrm>
          <a:prstGeom prst="rect">
            <a:avLst/>
          </a:prstGeom>
          <a:solidFill>
            <a:srgbClr val="FFE5E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1892808"/>
            <a:ext cx="73152" cy="8686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19659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&lt;30MB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291840" y="241401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1892808"/>
            <a:ext cx="2743200" cy="8686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1892808"/>
            <a:ext cx="73152" cy="8686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19659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172200" y="241401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Browsers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944368"/>
            <a:ext cx="8595360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2944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TEST CASES &amp; OUTCOMES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46120"/>
          <a:ext cx="85953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9260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 login and guest mode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modes accessible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 award on Tetris win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 coins added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 (after fix)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 award on Pong win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 coins added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 (after fix)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Game-over modal for all games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 appears with 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LocalStorage persistence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Coins survive page reload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use after first load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features 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RELEVANCE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CSIT | SSPU PUNE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2743200" cy="5486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14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Front-End Engineering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517904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production-grade proficiency in HTML5, CSS3, and ES6+ JavaScript without any framework dependency — directly applicable to web development roles.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91440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914400"/>
            <a:ext cx="2743200" cy="54864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914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AI &amp; Algorithm Design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1517904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Minimax, Alpha-Beta pruning, and Hunt &amp; Target AI reflects core CS fundamentals valued in software engineering and game development industries.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914400"/>
            <a:ext cx="2743200" cy="5486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914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🔐 Cyber Security Principles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1517904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hashing, avoiding plain-text storage, and modular security design align with CSIT programme outcomes and industry best practices for client-side security.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52928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52928"/>
            <a:ext cx="2743200" cy="54864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8529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PWA &amp; Mobile Readiness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456432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manifest file and responsive layout (360 px–1440 px) position the app for Play Store distribution via Trusted Web Activity (TWA).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54680" y="2852928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852928"/>
            <a:ext cx="2743200" cy="5486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28529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Game Development Patterns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3456432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machines, game loops, canvas physics (Pong), and procedural audio via Web Audio API are patterns used directly in the indie game development industry.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2852928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852928"/>
            <a:ext cx="2743200" cy="54864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28529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☁️ Cloud &amp; Scalability Path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3456432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designed to scale — Phase 3 plans WebSocket multiplayer, Firebase/Supabase cloud sync, and tournament brackets, mirroring SaaS platform design.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CSIT | SSPU PUNE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914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73152" cy="9144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92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Coin Reward System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43584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game handled outcomes independently, causing inconsistencies and bugs in coin allocation across the 9 games.   </a:t>
            </a:r>
            <a:pPr indent="0" marL="0">
              <a:buNone/>
            </a:pPr>
            <a:r>
              <a:rPr lang="en-US" sz="95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reward via a unified PlayerDB.awardCoins() function followed by synchronized UI updates using UI.updateHUD().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8595360" cy="914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38528"/>
            <a:ext cx="73152" cy="9144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933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Inconsistent Game-Over Handling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26771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games triggered end-game states in different ways, leading to unpredictable modal behavior and missed coin credits.   </a:t>
            </a:r>
            <a:pPr indent="0" marL="0">
              <a:buNone/>
            </a:pPr>
            <a:r>
              <a:rPr lang="en-US" sz="95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game-ending scenarios standardized through a single modal system using UI.showWinModal(), improving reliability.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62656"/>
            <a:ext cx="8595360" cy="914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62656"/>
            <a:ext cx="73152" cy="9144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175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Duplicate Keyboard Listeners (Tetris)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game restart, keyboard event listeners were registered a second time without removing the previous ones, causing double moves.   </a:t>
            </a:r>
            <a:pPr indent="0" marL="0">
              <a:buNone/>
            </a:pPr>
            <a:r>
              <a:rPr lang="en-US" sz="95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proper listener de-registration before each game init to ensure a single active listener at all times.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986784"/>
            <a:ext cx="8595360" cy="9144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986784"/>
            <a:ext cx="73152" cy="9144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416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Zero-Dependency Audio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3159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background music and SFX without any audio files or external libraries, while maintaining a rich multi-layered sound experience.   </a:t>
            </a:r>
            <a:pPr indent="0" marL="0">
              <a:buNone/>
            </a:pPr>
            <a:r>
              <a:rPr lang="en-US" sz="950" b="1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audio synthesized entirely via Web Audio API oscillators — melody, bass, and harmony layers with 7 tracks and 12 SFX. Zero bytes of audio payload.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ETHICAL CONSIDERATIONS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CSIT | SSPU PUNE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12252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206240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144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Privacy &amp; Security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PINs are never stored in plain text. A SHA-like hash is applied before saving to LocalStorage. No personal data is transmitted to any server — all data stays on the user's own device.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206240" cy="12252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4206240" cy="292608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9144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Ads or Monetization Dark Patterns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12618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contains zero advertisements. The coin economy is transparent and non-deceptive. Guest mode ensures access to all games without forced registration or data collection.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249424"/>
            <a:ext cx="4206240" cy="12252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49424"/>
            <a:ext cx="4206240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2494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Accessibility &amp; Inclusivity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596896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supports screens from 360 px (budget phones) to 1440 px desktops. Works across 5 major browsers. Fully offline-capable, reducing the digital divide for users with limited internet.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249424"/>
            <a:ext cx="4206240" cy="12252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249424"/>
            <a:ext cx="4206240" cy="292608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2494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Academic Integrity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596896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is originally written by the team. External references (MDN, GeeksforGeeks, W3C specifications) are properly cited. The project declares no plagiarism and acknowledges all borrowed concepts.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584448"/>
            <a:ext cx="4206240" cy="12252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584448"/>
            <a:ext cx="4206240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5844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Open-Source Community Respect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9319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libraries were used, avoiding license compliance risks. Documentation and open learning resources that guided the project are acknowledged in the References section.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3584448"/>
            <a:ext cx="4206240" cy="12252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584448"/>
            <a:ext cx="4206240" cy="292608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35844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 AI Design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39319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opponents are deliberately balanced — not designed to frustrate users. Difficulty is appropriate to each game. AI is transparent in behaviour, with no deceptive or manipulative mechanics.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CSIT | SSPU PUNE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8595360" cy="31089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686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  —  Multiplayer &amp; Expansion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multiplayer via WebSocket communication with simple room codes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games: Rock-Paper-Scissors, Sudoku — expanding platform variety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(PWA) framework for mobile device installation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8595360" cy="310896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212848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  —  Gamification &amp; Cloud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8229600" cy="118872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badge system &amp; daily challenge modes rotating every 24 hours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in-game elements — unlockable skins purchasable with coins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tournament brackets with up to 4-player multiplayer support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data sync using Firebase / Supabase for cross-device profiles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858768"/>
            <a:ext cx="8595360" cy="310896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3858768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2245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manifest &amp; icon assets already created — service worker implementation pending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distribution planned via Trusted Web Activity (TWA)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CSIT | SSPU PUNE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Game Hub successfully delivers a complete browser-based arcade — proving that core web technologies alone can power complex, interactive applications.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2743200" cy="1261872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44752"/>
            <a:ext cx="2743200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4447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9 Fully Functional Games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85623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games playable with consistent design, interaction patterns, and AI opponents.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444752"/>
            <a:ext cx="2743200" cy="1261872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444752"/>
            <a:ext cx="2743200" cy="36576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3227832" y="14447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Persistent Player Profiles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85623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balances and progress reliably persist across sessions via LocalStorage.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444752"/>
            <a:ext cx="2743200" cy="1261872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444752"/>
            <a:ext cx="2743200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108192" y="14447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Balanced AI Opponents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185623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Minimax, Alpha-Beta, Hunt/Target &amp; Heuristic AI provide engaging single-player challenge.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743200" cy="1261872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34640"/>
            <a:ext cx="2743200" cy="36576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2834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Responsive Retro UI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24612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retro theme adapts seamlessly from 360 px mobile to 1440 px desktop.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54680" y="2834640"/>
            <a:ext cx="2743200" cy="1261872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2834640"/>
            <a:ext cx="2743200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3227832" y="2834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Zero Dependencies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46120" y="324612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platform runs on HTML5, CSS3, and Vanilla JS — no framework, no server, no installs.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2834640"/>
            <a:ext cx="2743200" cy="1261872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2834640"/>
            <a:ext cx="2743200" cy="36576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6108192" y="2834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Stable Architecture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24612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system, game-over modals, and keyboard listeners unified and bug-free after final sprint.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" y="47274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 · CSS · Vanilla JavaScript  |  SSPU Pune  |  BTech CSIT 2025-26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155448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CSIT | SSPU PUNE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5097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MDN Web Docs — HTML, CSS, and JavaScript Reference.  Mozilla Developer Network.  https://developer.mozilla.org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408176"/>
            <a:ext cx="8595360" cy="42062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447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Web Audio API Specification.  W3C Working Draft.  https://www.w3.org/TR/webaudio/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85953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9385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Using the Web Storage API (LocalStorage).  MDN Web Docs.  https://developer.mozilla.org/en-US/docs/Web/API/Web_Storage_API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395728"/>
            <a:ext cx="8595360" cy="42062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43230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Russell, S. and Norvig, P. (2020).  Artificial Intelligence: A Modern Approach, 4th ed.  Pearson.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89504"/>
            <a:ext cx="85953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92608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Minimax Algorithm in Game Theory.  GeeksforGeeks.  https://www.geeksforgeeks.org/minimax-algorithm-in-game-theory-set-1-introduction/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8595360" cy="42062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41985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Alpha-Beta Pruning.  GeeksforGeeks.  https://www.geeksforgeeks.org/minimax-algorithm-in-game-theory-set-4-alpha-beta-pruning/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877056"/>
            <a:ext cx="85953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9136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SVG — Scalable Vector Graphics.  W3C.  https://www.w3.org/Graphics/SVG/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370832"/>
            <a:ext cx="8595360" cy="42062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4074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Progressive Web Apps (PWA).  Google Developers.  https://web.dev/progressive-web-apps/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2240280"/>
            <a:ext cx="8814816" cy="5486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1188720"/>
            <a:ext cx="8814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64592" y="2377440"/>
            <a:ext cx="8814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Game Hub  |  Group 3  |  BTech CSIT (Cyber Security)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" y="2834640"/>
            <a:ext cx="8814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Dristhi Galani  ·  Tanvee Thakre  ·  Atharva Tirkhunde  ·  Rishit Kinge  ·  Shubham Salunke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" y="3246120"/>
            <a:ext cx="8814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 Prof. Rahul Raut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" y="4206240"/>
            <a:ext cx="8814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Information Technology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Symbiosis Skills and Professional University, Pune  |  AY 2025-26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Retro Game Hub</dc:title>
  <dc:subject>PptxGenJS Presentation</dc:subject>
  <dc:creator>Group 3 - SSPU</dc:creator>
  <cp:lastModifiedBy>Group 3 - SSPU</cp:lastModifiedBy>
  <cp:revision>1</cp:revision>
  <dcterms:created xsi:type="dcterms:W3CDTF">2026-05-10T07:38:24Z</dcterms:created>
  <dcterms:modified xsi:type="dcterms:W3CDTF">2026-05-10T07:38:24Z</dcterms:modified>
</cp:coreProperties>
</file>